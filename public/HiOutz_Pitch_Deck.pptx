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HiOutz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KI-gesteuerte Date-Planung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 Paare &amp; Freunde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1828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 |  April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 EUR/Mo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Nutzer-Abo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14,90 EUR/Mo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Gruendungspartner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6112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Time-to-Value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Entscheidungslaehmung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der Paare brauchen &gt;30 Min fuer eine Restaurant-Entscheidung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834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Personalisierung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spiegeln Durchschnitt, nicht individuelle Praeferenzen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8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0233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1168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gemeinsame Planung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Tool kombiniert automatisch die Vorlieben mehrerer Personen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02920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2120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011680" y="5120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Feedback-Loop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11680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Plattformen lernen nicht aus tatsaechlichen Date-Erfahrungen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Loesung: Der Magic Moment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 Mood-Eingabe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Stimmung, Anlass, Budget - schnell und intuitiv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645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perfekter 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KI-Score aus Praeferenzen, Kontext und Social Matching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46304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1645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381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Integrierter Gutschein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Sofort einloesbarer Rabatt beim empfohlenen Venue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Alleinstellungsmerkmale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6634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8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AI Matching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2-6 Personen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46634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8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Lernende KI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Feedback-Loops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8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Entdeckung bis Bewertung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61120" y="46634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8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9828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Punkte, Badges, Vouchers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Marktanalyse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Wachstum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Discovery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Mrd. EUR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 p.a.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Experience Economy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Mrd. EUR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 p.a.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Restaurant-Tech SaaS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Mrd. EUR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 p.a.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Dating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Mrd. EUR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p.a.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8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(DE)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~2,4 Mrd. EUR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5528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18-45-Jaehrige in urbanen Gebieten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0" y="292608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8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(Year 1)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~800k EUR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Hamburg, Berlin, Muenchen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Geschaeftsmodell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B2C: Nutzer-Abos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5029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(Monat)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4,99 EUR/Mo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(Jahr)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39,99 EUR/J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79,99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Founding Member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2,99 EUR/Mo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B2B: Venue-Partner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029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(Free)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14,90 EUR/Mo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Gruendungspartner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EUR (12 Mo)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1520" y="4389120"/>
            <a:ext cx="1051560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109728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Premium-Voucher-Mechanik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97280" y="4983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Premium-Nutzer erhalten exklusive Gutscheine fuer ihre Top-3 KI-Matches. Das incentiviert Upgrades und steigert die Conversion bei Venue-Partnern - ein Win-Win-Win fuer Nutzer, Partner und Plattform.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Wettbewerbslandschaft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HiOutz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Maps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TheFork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KI-Personalisierung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Matching (2-6)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Lernende KI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Integrierte Gutscheine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Planung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Echtzeit-Kontext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75488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F8F9F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4846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Moat: Proprietaere KI-Scoring-Engine mit 15+ Signalen, wachsende Datenbasis durch Feedback-Loops, und Netzwerkeffekte durch Social Matching und Partner-Gutscheine.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Finanzprognose (3 Jahre)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46888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Registrierte Nutzer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Premium-Konversion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B2C-Umsatz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21.000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201.600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1.296.000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Venue-Partner (Pro)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B2B-Umsatz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14.304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62.580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214.560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Gesamt-Umsatz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35.304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264.180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1.510.560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Operative Kosten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120.000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280.000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650.000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-84.696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-15.820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860.560 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erwartet in Monat 20-24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48132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1216152" y="1755648"/>
            <a:ext cx="36576" cy="411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fertig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16712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2441448"/>
            <a:ext cx="36576" cy="411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KI-Engine (15+ Signale)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85292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6152" y="3127248"/>
            <a:ext cx="36576" cy="411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Partner-Verifizierung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353872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6152" y="3813048"/>
            <a:ext cx="36576" cy="411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Multi-Sprache (DE/EN/ES)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4224528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6152" y="4498848"/>
            <a:ext cx="36576" cy="411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Gruendungspartner-Akquise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97280" y="4910328"/>
            <a:ext cx="274320" cy="27432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5" name="Shape 23"/>
          <p:cNvSpPr/>
          <p:nvPr/>
        </p:nvSpPr>
        <p:spPr>
          <a:xfrm>
            <a:off x="1216152" y="5184648"/>
            <a:ext cx="36576" cy="411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&amp; Premium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592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7280" y="5596128"/>
            <a:ext cx="274320" cy="27432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0" y="5486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Launch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Foerderung &amp; Investment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Gesuchtes Kapital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150.000 - 300.000 EUR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2A357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Produktentwicklung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iOS/Android, Stripe, KI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2A357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City-Launches, Influencer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7548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2A357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0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Team-Aufbau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CTO, Growth-Rolle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5321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2A357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577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5577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5852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Server, Compliance, Legal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 Foerderprogramme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EXIST-Gruenderstipendium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InnoRampUp (Hamburg)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INVEST-Zuschuss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KfW-ERP-Gruenderkredit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BMWK Digital Jetzt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EU Horizon Europe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Naechste Schritte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029200" y="301752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freuen uns auf ein persoenliches Gespraech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ueber HiOutz und die Zukunft der Date-Planung.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HiOutz  |  Hamburg  |  contact@hioutz.com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-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HiOutz - Investor Pitch Deck</dc:title>
  <dc:subject>PptxGenJS Presentation</dc:subject>
  <dc:creator>HiOutz</dc:creator>
  <cp:lastModifiedBy>HiOutz</cp:lastModifiedBy>
  <cp:revision>1</cp:revision>
  <dcterms:created xsi:type="dcterms:W3CDTF">2026-04-12T12:16:47Z</dcterms:created>
  <dcterms:modified xsi:type="dcterms:W3CDTF">2026-04-12T12:16:47Z</dcterms:modified>
</cp:coreProperties>
</file>